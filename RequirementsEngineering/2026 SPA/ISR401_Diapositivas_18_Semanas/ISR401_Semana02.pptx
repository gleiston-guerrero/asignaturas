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Pohl 2024 distingue los tres modelos por cómo se gestionan los cambios de requisitos. Cascada: el cambio es costoso y se controla con CCB formal. Iterativo: el cambio es parte del plan. Ágil: el cambio es bienvenido incluso tarde. Para sistemas gubernamentales con pliegos de contratación (SERCOP), cascada es casi obligatorio. Para startups y proyectos internos, ágil gana. El PFC mezcla ambos: hitos formales (como cascada) pero revisión cruzada entre semanas (iterativo).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framework de Pohl es la columna vertebral del curso. Las semanas 3–6 cubren elicitación. La semana 7–10 cubre documentación/especificación. Las semanas 11–12 cubren validación y gestión. Siempre que se elicita también se valida; siempre que se documenta también se gestiona. Pohl distingue también tres artefactos: modelo de metas, modelo de escenarios, modelos orientados a solución — cada uno se profundiza en su semana correspondiente.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"analista de requisitos" raramente existe como rol exclusivo en empresas locales — normalmente lo asume el líder técnico o el gerente de proyecto. En el PFC, el equipo asumirá todos los roles. El stakeholder más difícil suele ser el usuario final: tiene el conocimiento pero no puede articularlo formalmente. Las técnicas de elicitación (semanas 3 y 4) están diseñadas para superar esa brecha.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métricas de proceso de IR se calculan sobre el ERS del PFC. En la semana 12 (gestión de requisitos) se construirá el tablero de métricas. CMMI nivel 2 exige gestión básica de requisitos: trazabilidad bidireccional y control de cambios. El REPM (Requirements Engineering Process Maturity) es específico de IR y tiene 5 niveles similares a CMMI.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contexto (DFD nivel 0) representa este límite visualmente. Las entidades externas del DFD nivel 0 son el contexto del sistema. Todo lo que está dentro del cuadro central es responsabilidad del equipo de desarrollo. Ejemplo: en el sistema de matrículas UTEQ, el sistema SGA externo (Ministerio de Educación) está en el contexto — el sistema NO lo controla pero sí debe comunicarse con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Memorizar las 8 perspectivas como checklist para la elicitación. Ningún proyecto puede ignorar ninguna. En el PFC agropecuario: la perspectiva Físico incluye condiciones de baja conectividad en zonas rurales de Los Ríos. La perspectiva Regulatorio incluye LORTI (tributario) y leyes veterinarias. La perspectiva Tiempo incluye la zafra estacional de la palma africana. Estas perspectivas generan RNF — especialmente robustez, disponibilidad y conformidad regulatoria.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framework de Pohl y las 8 perspectivas son herramientas de diagnóstico permanente. En cada sesión del PFC con el cliente, el equipo debería revisar mentalmente las 8 perspectivas para asegurarse de no dejar fuera ninguna dimensión relevante.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IR y contexto del sistema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3 y 4 — El framework de Pohl, modelos de proceso y análisis del contexto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1: Fundamentos de Ingeniería de Requisitos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proceso (45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/ iterativo / ágil · actores del proceso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55448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29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Pohl (30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8716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actividades core + 2 transversales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74904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24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del sistema (30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8172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perspectivas · límite sistema/contexto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374904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224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PE-2 (55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68172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Pohl + perspectivas al sistema de matrículas UTEQ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modelos de proceso de IR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(lineal): elicitación completa antes de diseñar — ideal para contratos fijos, proyectos regulados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ITERATIVO: ciclos de refinamiento — el ERS evoluciona con cada iteración del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ÁGIL: product backlog como ERS vivo — requisitos como historias de usuario priorizadas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modelo "mejor" — la elección depende del tipo de sistema, cliente y contrato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PFC se usará un enfoque ITERATIVO con entregables en hitos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framework de Pohl 2024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actividades CORE: (1) Elicitación — obtener necesidades · (2) Documentación — especificar artefactos · (3) Negociación — resolver conflictos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actividades TRANSVERSALES: (4) Validación — ¿correcto? · (5) Gestión — ¿controlado?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actividades NO son secuenciales — ocurren en paralelo durante todo el ciclo de vida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y la gestión son transversales porque acompañan SIEMPRE a las otras tres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 del proceso de 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lado del cliente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 — usa el sistema en el día a día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paga y aprueba el ERS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del dominio — conoce el negocio en profundidad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 — impone restricciones legales / normativas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lado del desarrollador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requisitos — lidera la IR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— traduce RF/RNF en decisiones de diseño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 — define criterios de aceptación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proyecto — gestiona alcance y cambios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calidad del proceso de IR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defectos: defectos detectados / 100 requisitos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requisitos: 1 − (cambios aprobados / total requisitos)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trazabilidad: % de RF con al menos un caso de prueba vinculado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resolución de CR: días desde solicitud de cambio hasta aprobación CCB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y REPM evalúan el proceso; ISO 25010 evalúa el producto — ambos son necesarios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del sistema — límite y visión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el software que se va a construir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todo lo que interactúa con el sistema pero está fuera de él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el mundo más amplio — no interactúa directamente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límite sistema/contexto es la primera decisión crítica del ERS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límite mal definido genera requisitos incompletos o imposibles de implementar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8 perspectivas de contexto (Pohl)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Sujetos — personas y organizaciones que usan 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Uso — tareas y procesos que el sistema soporta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IT — sistemas, datos y tecnología de la que depende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Desarrollo — proceso de construcción del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Físico — entorno físico de operación (ubicación, hardware)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Tiempo — restricciones temporales y ciclos de operación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Regulatorio — leyes, normas y estándares aplicables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Económico — presupuesto, modelo de negocio, TCO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proceso (3.1)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Cascada, iterativo, ágil; actores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(proyecto integrador)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Pohl (3.4)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+ 2 transversales + 3 artefactos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curso completo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 sistema (4.2)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vs. contexto vs. entorno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del PFC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perspectivas (4.3)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sistemático de análisis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Elicitación y todo el ERS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IR no termina cuando se entrega el ERS. Es transversal a todo el ciclo de vida del software.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3: técnicas clásicas de elicitación — entrevistas, talleres, observación y análisis documental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2026-10-28T11:52:40Z</dcterms:created>
  <dcterms:modified xsi:type="dcterms:W3CDTF">2026-10-28T11:52:40Z</dcterms:modified>
</cp:coreProperties>
</file>