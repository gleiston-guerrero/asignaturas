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checklist tiene 40 criterios distribuidos en estas 6 dimensiones. Un ERS que supera 36/40 se considera apto para la defensa. Los criterios de piso son: ID único por RF (si falta, el ERS está incompleto), criterio de aceptación por cada SHALL (si falta, el RF es no verificable), y consistencia ER-DFD (si falta, los modelos son incoherentes). Un solo criterio de piso fallado implica que el ERS no está listo para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de verificación cruzada es la herramienta más poderosa para detectar inconsistencias. En un sistema de 15 RF, puede tener 5×15 = 75 celdas. Las vacías son los huecos del ERS. Para el sistema de citas veterinarias: la entidad CITA debe aparecer como depósito en el DFD, debe tener un statechart (SOLICITADA→CONFIRMADA→EN_CURSO→COMPLETADA), y cada transición del statechart debe estar documentada como RF ("CUANDO el veterinario inicia la consulta, el sistema SHALL...").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25010:2023 es el modelo de calidad del software que organiza los RNF del ERS. Para el PFC, el ERS debe incluir al menos 3 RNF de la característica más crítica para el dominio: para camaroneras es disponibilidad (los sensores no pueden fallar); para aulas IoT es seguridad (control de acceso); para mascotas/clínica es usabilidad (usuarios sin experiencia técnica). Cada RNF debe tener su fit criterion como si fuera un contrato: la prueba que determina si el sistema lo cumple 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semana 16 cierra el ERS. Lo que no esté en el ERS esta semana no estará en la defensa. El peer review es la última oportunidad de detectar errores antes de que los vea el tribunal.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16</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PFC — Especificación completa y peer review</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16 — ERS checklist final, coherencia UML, revisión cruzada, métricas y defensa oral</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5: IR Avanzada y PFC</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Checklist ERS final (25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40 criterios en 6 dimensiones: completitud, coherencia, verificabilidad, trazabilidad, calidad lingüística, estándares</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Coherencia de modelos (25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ER ↔ DFD ↔ Statechart ↔ Actividades — tabla cruzada</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Peer review (40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Revisión cruzada entre equipos con la rúbrica real</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Métricas ISO 25010 (15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Fitness function por característica de calidad</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Simulacro CCB (15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Procesar una CR real del ERS revisado por el par</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Checklist ERS — 6 dimensiones de calidad</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1. COMPLETITUD: ¿están todas las funciones del sistema descritas? ¿todos los actores cubiertos? ¿todos los RF tienen ID?</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2. COHERENCIA INTERNA: ¿ningún RF contradice a otro? ¿las prioridades son consistentes con el alcance?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3. VERIFICABILIDAD: ¿cada RF tiene criterio de aceptación GWT? ¿los RNF tienen fit criterion medible?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4. TRAZABILIDAD: ¿cada RF trazado al stakeholder origen? ¿cada RF con caso de prueba? ¿RTM completa?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5. CALIDAD LINGÜÍSTICA: ¿todos en formato EARS? ¿sin smells de Femmer? ¿verbos modales correctos?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6. ESTÁNDARES: ¿estructura IEEE 29148? ¿glosario completo? ¿referencias correctas?</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Coherencia de modelos UML — tabla de verificación cruzada</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PASO 1: listar todas las entidades del ER. Para cada una: ¿aparece como depósito en el DFD?</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PASO 2: listar todos los procesos del DFD. Para cada uno: ¿aparece como acción en el diagrama de actividades?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PASO 3: listar entidades con ciclo de vida. Para cada una: ¿tiene statechart propio?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PASO 4: listar todas las transiciones del statechart. Para cada una: ¿hay un RF en el ERS que la documenta?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PASO 5: listar todos los RF de interacción usuario-sistema. Para cada uno: ¿hay un carril "Sistema" en el diagrama de actividad?</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Cualquier celda vacía en la tabla cruzada = inconsistencia = corrección obligatoria antes de la defensa</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Métricas ISO 25010 para el ERS del PFC</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Características funcionales</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Completitud funcional: RF cubiertos / RF identificados × 100</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Corrección funcional: RF verificables / RF totales × 100</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Apropiabilidad funcional: RF alineados con necesidades del usuario / RF totales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Objetivo: ≥ 90 % en las tres métricas para la defensa</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Características no funcionales</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Rendimiento: tiempo de respuesta &lt; 2 s (documentado con fit criterion)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Disponibilidad: ≥ 99 % uptime (documentado con fórmula MTBF/MTTR)</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Seguridad: 0 vulnerabilidades críticas OWASP en el diseño de la API</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Usabilidad: error rate &lt; 5 % en prueba con 3 usuarios reales</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16</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Checklist ERS</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40 criterios; 6 dimensiones; 3 criterios de piso</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Autoevaluación ERS + lista de correcciones</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Coherencia UML</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Tabla cruzada ER/DFD/Statechart/Actividades</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Tabla completa del PFC sin celdas vacías</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Peer review</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Revisión cruzada con rúbrica; acta de hallazgos</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Acta de revisión + CR procesadas en Jira</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Métricas ISO 25010</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Funcionales y no funcionales; fit criterion</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3 RNF del dominio con métrica medible</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16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 ERS revisado por pares tiene el doble de probabilidad de superar la defensa sin observaciones críticas.</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17: PFC — verificación RTM, tag v1.0.0, checklist final, simulacro de defensa 20 minutos</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2026-10-28T12:04:29Z</dcterms:created>
  <dcterms:modified xsi:type="dcterms:W3CDTF">2026-10-28T12:04:29Z</dcterms:modified>
</cp:coreProperties>
</file>