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exportación de la RTM desde Jira se hace con un filtro JQL: "project = PFC AND type = Story ORDER BY priority ASC" y exportar a CSV o Excel. Agregar columnas manualmente: origen (stakeholder), caso de prueba (ID del CP en el plan de pruebas), estado de prueba (pendiente/aprobado/fallido). La RTM del ERS tiene que estar en el repositorio como archivo RTM_v1.0.pdf y referenciada desde el capítulo 6 del ERS. Si algún RF no tiene caso de prueba, crear el CP en el plan de pruebas ANTES de etiqutar v1.0.0.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checklist de 12 puntos es el criterio de piso de la entrega: si la URL del repositorio está rota o el ERS.tex no compila, la calificación es CERO según la rúbrica del curso. El README.md debe incluir las instrucciones exactas de compilación: compilador (pdflatex o xelatex), orden de comandos, archivo principal, dependencias (packages LaTeX). Un evaluador que siga el README debe obtener el ERS.pdf sin pasos adicionales.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más frecuente en la defensa es dedicar demasiado tiempo a la descripción del dominio (10 minutos explicando qué es una camaronera) y muy poco a mostrar el ERS (2 minutos apresurados). El tribunal ya conoce el dominio — quiere ver el proceso de IR y la calidad del ERS. Regla de los "slides de IR": de las 15 slides de la defensa, al menos 8 deben mostrar artefactos de IR reales: RF en EARS, modelos UML, criterios GWT, RTM, métricas.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semana 17 es la última oportunidad para corregir. Después del simulacro, el equipo sabe exactamente qué cambiar y tiene tiempo de hacerlo. El simulacro no es opcional — los equipos que no lo hacen van a la defensa real sin haber cronometrado su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3657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097280"/>
            <a:ext cx="11430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PFC — Verificación final y simulacro de defensa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374904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17 — RTM CASE, tag v1.0.0, checklist repositorio, preparación defensa 20 min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46634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5: IR Avanzada y PFC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61264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25603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LA CLASE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haremos hoy?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RTM final con CASE (20 min)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RTM desde Jira; verificar cobertura 100%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tag v1.0.0 (15 min)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ERS aprobado; README.md final; CI verde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repositorio (20 min)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puntos: estructura, PDF, README, trazabilidad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defensa 20 min (25 min)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secciones × 4 min + 5 min preguntas — guión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8795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Simulacro completo (40 min)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Cronometrado; retroalimentación inmediata de pares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RTM final — verificación de cobertura completa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RTM del ERS final debe tener cobertura del 100 % en ambas direcciones: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ADELANTE: cada RF tiene al menos un caso de prueba de aceptación definido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ATRÁS: cada RF trazado al stakeholder y al escenario o caso de uso que lo originó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INTERNA: las dependencias entre RF documentadas (RF-12 DEPENDE DE RF-07)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PRUEBA: cada criterio GWT convertido en caso de prueba formal (CP-XX)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final: cobertura de trazabilidad = RF con CP / RF totales — objetivo: 100 %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del repositorio — 12 puntos de entrega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README.md con URL del SGA, integrantes, compilación del ERS y guía de la defensa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ERS.tex compilable con pdflatex (sin errores ni warnings críticos)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ERS.pdf actualizado en el repositorio (compilación del ERS.tex)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RTM_v1.0.pdf en el repositorio con cobertura 100 %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Modelos UML (ER, clases, DFD, actividades, statechart) en formato editable + imagen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Feature files BDD (.feature) con al menos 3 escenarios ejecutables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Plan de pruebas con CP derivados de cada criterio GWT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Jira backlog completo con historias, épicas y sprint activo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CHANGELOG.md con los 3 baselines documentados (v0.1.0, v0.5.0, v1.0.0)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git tag v1.0.0 apuntando al commit del ERS aprobado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Presentación de defensa (PDF) de máximo 15 diapositivas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Enlace al video de la sesión de elicitación (entrevista real grabada)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la defensa — guión de 20 minutos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— Contexto (3 min): dominio, problema identificado, stakeholders clave, valor del sistema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— Proceso de IR (4 min): técnicas de elicitación usadas, evidencias (acta de entrevista, fotos del taller)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— ERS en acción (6 min): 2 RF prioritarios en formato EARS, 2 modelos UML clave, coherencia entre modelos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— Validación (4 min): criterios de aceptación GWT, plan de pruebas, peer review y métricas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 — Gestión y herramientas (3 min): Jira backlog, RTM, tag v1.0.0, GitHub Actions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min de preguntas del tribunal — preparar respuestas para las 10 preguntas más frecuentes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síntesis — Semana 17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30759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RTM final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84448" y="126187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130759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100 % adelante/atrás/interna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18704" y="126187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10144" y="130759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RTM_v1.0.pdf en el repositorio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8775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263347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4448" y="258775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263347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puntos checklist; README compilable; tag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18704" y="258775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10144" y="263347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v1.0.0; CI verde; checklist firmado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" y="391363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395935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defensa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84448" y="391363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75888" y="395935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secciones × 20 min; 15 slides max; guión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18704" y="391363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0144" y="395935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de defensa revisadas + ensayo completo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" y="523951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" y="528523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Simulacro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84448" y="523951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75888" y="528523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Cronometrado; retroalimentación; ajustes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18704" y="523951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528523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&lt; 20 min; respuestas a 10 preguntas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45720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17 — Síntesis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188720"/>
            <a:ext cx="11430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simulacro revela lo que el ensayo individual oculta: el tiempo real, las preguntas del tribunal y la coherencia del discurso del equipo.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4389120"/>
            <a:ext cx="11430000" cy="100584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18: defensa formal — protocolo, tribunal, coevaluación y cierre del semestre ISR-401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2026-10-28T12:04:29Z</dcterms:created>
  <dcterms:modified xsi:type="dcterms:W3CDTF">2026-10-28T12:04:29Z</dcterms:modified>
</cp:coreProperties>
</file>