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IR ocupa un lugar singular: es la primera materia donde no construyes software, sino que decides QUÉ software se va a construir. Cita el estudio Standish 2020: más de la mitad de proyectos que fracasan lo hacen por requisitos deficientes. IEEE 29148:2018 y SWEBOK v4 son las fuentes canónicas del curso. La definición formal: un requisito es "una condición o capacidad que debe satisfacer un sistema o un componente del sistema para cumplir un contrato, estándar, especificación u otro documento formalmente impuesto".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la tabla de datos generales del programa analítico. Enfatizar que la nota de defensa final (15 %) es una evaluación pública ante tribunal; la constancia durante el semestre en los hitos del PFC pesa 25 %. Las actividades en clase (prácticas experimentales) valen 20 % — ninguna se recupera si no se asiste.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 lineal U1→U2→U3→U4→U5. La U5 no introduce teoría nueva: es la integración de todo. El proyecto integrador es el hilo conductor del semestre; empieza desde la semana 1 con la elección del dominio.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verbo modal "shall" indica obligatoriedad en IEEE 29148. "Should" es recomendado. "May" es opcional. La distinción producto/proceso aparece en los pliegos de contratación pública (SERCOP): los requisitos de proceso obligan al proveedor a usar herramientas o metodologías específicas. Dar ejemplo: RF "El sistema SHALL mostrar el saldo en menos de 2 segundos" vs. RP "El proveedor SHALL entregar el código fuente bajo MIT license".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Énfasis: los RNF son los que suelen fallar en producción. ISO 25010:2023 tiene 9 características: adecuación funcional, eficiencia de desempeño, compatibilidad, usabilidad, fiabilidad, seguridad, mantenibilidad, portabilidad y calidad en uso. En el PFC, cada RNF debe referenciar la característica ISO 25010 a la que pertenece.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25010:2023 reemplaza a la versión 2011. La novedad principal es la separación explícita de "calidad en uso". Para el PFC, al entregar el ERS el equipo deberá completar una tabla que mapea cada RNF a su sub-característica ISO 25010.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concreto: el requisito de sistema "El sistema de gestión de camaroneras SHALL monitorear la calidad del agua" se deriva en el requisito de software "El módulo de sensores SHALL leer temperatura, salinidad y pH cada 15 minutos y almacenarlos en la base de datos". El hardware del sensor queda en el SyRS, no en el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Recapitular: esta semana construimos el vocabulario base. Desde la semana 2 entramos al proceso. El PFC empieza ya: esta semana cada equipo debe escoger su dominio de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Encuadre académico y fundamentos de requisitos de software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1 y 2 — Qué es IR y por qué cambia todo lo que hacemos como ingenieros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1: Fundamentos de Ingeniería de Requisitos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Encuadre (30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evaluación, proyecto integrador PFC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55448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2996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Teoría T2 (50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8716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requisito · tipos · jerarquía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374904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245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25010 (20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68172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 para RNF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8192" y="3749040"/>
            <a:ext cx="562356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4224528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PE-1 (60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681728"/>
            <a:ext cx="5440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redactar requisitos para préstamo de libros UTEQ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Ingeniería de Requisitos?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= disciplina que establece QUÉ debe hacer un sistema antes de construirlo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60 % de los defectos en producción nacen de requisitos mal especificados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un defecto en producción cuesta hasta 100× más que en la fase de requisitos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IEEE/ISO/IEC 29148:2018 y SWEBOK v4 son los estándares de referencia del curso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la IR no es "tomar nota de lo que el cliente dice" — es analizar, estructurar y validar necesidades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generales de la asignatura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ISR-401 · Carrera Ingeniería de Software · 4to nivel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créditos — 96 h presenciales + 48 h autónomas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Prerrequisito: Fundamentos de Ingeniería de Software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actividades · 20 % parcial 1 · 20 % parcial 2 · 25 % PFC artefactos · 15 % defensa final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integrador: ERS completo de un sistema real (dominio agropecuario / salud / IoT)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global del semestre — 5 Unidades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(Sem 1–3): Fundamentos del proceso de IR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 (Sem 4–6): Elicitación y técnicas avanzadas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(Sem 7–10): Especificación ERS y modelos UML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 (Sem 11–13): Validación, gestión y herramientas CASE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 (Sem 14–18): Proyecto integrador — ERS con cliente real + defensa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tiene al menos una práctica experimental (PE) evaluada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formal de requisito — IEEE 29148:2018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condición o capacidad que un sistema DEBE satisfacer para cumplir un contrato, estándar o necesidad del usuario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buen requisito: ID único · verbo modal (shall/should/may) · condición medible · criterio de aceptación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PRODUCTO: describe el sistema (qué hace)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PROCESO: regula cómo se desarrollará (estándares, metodología)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si no es verificable, no es un requisito — es un deseo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funcionales vs. no funcionales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Funcionales (RF)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Describen qué HACE el sistema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"El sistema SHALL permitir al ganadero registrar el peso del bovino con fecha, hora y báscula"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casos de uso, historias, procesos de negocio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verifican con pruebas funcionales (FAT)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742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funcionales (RNF)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Describen qué TAN BIEN lo hace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Clasificados por ISO/IEC 25010:2023 (9 características)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"El sistema SHALL responder en &lt; 1 s al 95 % de peticiones con carga de 500 usuarios"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verifican con pruebas de rendimiento, auditoría, benchmark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ISO/IEC 25010:2023 — Modelo de calidad para RNF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características: Adecuación funcional · Eficiencia de desempeño · Compatibilidad · Usabilidad · Fiabilidad · Seguridad · Mantenibilidad · Portabilidad · Calidad en uso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RNF del ERS debe identificar su característica ISO 25010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ganadería: "Fiabilidad &gt; 99,5 % uptime en zona rural sin Internet estable" (sub-característica: disponibilidad)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un RNF no cabe en ninguna de las 9 categorías, probablemente es un RF mal redactado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 sistema vs. de software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SISTEMA: describe todo el sistema sociotécnico (hardware + software + personas + procesos)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de SOFTWARE: se deriva del sistema; describe solo el componente software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derivación NO es copia — implica análisis de qué parte resuelve el software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Restricciones: condiciones externas que acotan las soluciones posibles (legales, técnicas, presupuestarias)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PFC: el ERS documenta requisitos de software, no de sistema — aunque debe entender el sistema completo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y tipos (2.1)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base; producto vs. proceso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y sección de tipos del 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y RNF (2.2)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qué/cómo de bien; cuantificar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3 y 4 del ERS (IEEE 29148)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vs. software (2.3)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Niveles, restricciones, dependencias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contexto y RTM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25010:2023 (2.4)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estructurada para RNF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calidad del ERS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requisito no es lo que el cliente dice que quiere. Es lo que el sistema debe hacer, de forma verificable y acordada, para resolver un problema real.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2: proceso de IR, framework de Pohl y análisis de contexto del sistema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2026-10-28T11:52:40Z</dcterms:created>
  <dcterms:modified xsi:type="dcterms:W3CDTF">2026-10-28T11:52:40Z</dcterms:modified>
</cp:coreProperties>
</file>