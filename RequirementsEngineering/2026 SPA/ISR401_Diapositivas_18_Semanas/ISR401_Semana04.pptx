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prototipo resuelve el problema del conocimiento tácito: cuando el usuario ve algo concreto puede decir "no, eso no es — quiero esto". El prototipo desechable es preferible en elicitación: compromete al analista solo con explorar, no con construir. Figma es la herramienta recomendada para el PFC porque permite compartir prototipos en el navegador sin instalación y registrar comentarios del cliente directamente sobre la pantalla.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i* y KAOS responden preguntas diferentes. i*: ¿quién hace qué para quién y por qué? KAOS: ¿qué debe lograr el sistema y cómo se descompone ese objetivo? Para el PFC agropecuario: en i* SD se identifican los actores (ganadero, veterinario, banco, regulador AGROCALIDAD) y sus dependencias. En KAOS, la meta raíz "Gestionar el ciclo de vida del bovino" se descompone hasta llegar a RF concretos: "El sistema SHALL registrar la vacunación del bovino con fecha, tipo de vacuna y lote".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diagrama BPMN AS-IS del proceso de pago de impuesto predial en el GAD tiene 3 lanes: recaudador (ventanilla), jefe de rentas (aprobación), banco (procesamiento). Cada compuerta de decisión ("¿tiene deudas anteriores?") se convierte en un RF de validación. El BPMN TO-BE elimina los pasos manuales y los reemplaza con funciones del sistema — esos pasos eliminados = RF del sistema nuevo.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historias de usuario son el "ERS" del mundo ágil. No reemplazan el ERS en proyectos formales — lo complementan. Para el PFC con enfoque ágil, el product backlog es el ERS viviente. El criterio INVEST es el checklist de calidad de una historia: si no es testeable, no puede incluirse en un sprint. El formato Gherkin (Given/When/Then) convierte el criterio de aceptación en un test ejecutable con Cucumber o Behave — semana 14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cuatro técnicas avanzadas generan RF más ricos que las técnicas clásicas porque modelan el PORQUÉ (metas) y el CÓMO del negocio (BPMN). Para el PFC, al menos una de estas técnicas debe aparecer en el plan de elicitación y en el ERS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36576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1097280"/>
            <a:ext cx="11430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avanzadas de elicitación y modelado de metas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3749040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6 — Prototipado, i*, KAOS, BPMN e historias de usuario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46634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2: Elicitación y Análisis de Requisitos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47472" y="61264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ISR-401 · Ingeniería de Requisitos · UTEQ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25603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LA CLASE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749808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haremos hoy?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155448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299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Prototipado (30 min)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8716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Throwaway vs. evolutivo · wireframe · mock-up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87952" y="155448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0299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i* y KAOS (35 min)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48716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Actores, dependencias, jerarquía de metas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28432" y="155448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0299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BPMN para IR (25 min)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248716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→ RF; lanes → autorización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" y="374904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40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245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Historias ágiles (20 min)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68172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· Gherkin · épicas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87952" y="374904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97680" y="3840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42245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PE-4 (50 min)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297680" y="468172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i* SD + BPMN: sistema impuesto predial GAD municipal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Prototipado como técnica de elicitación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DESECHABLE (throwaway): se construye para elicitar, se descarta — herramienta de comunicación, no de desarrollo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EVOLUTIVO: se refina y pasa al sistema final — riesgo de "congelar" decisiones prematuras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(baja fidelidad): boceto en papel o herramienta simple — concentra en flujo, no en estética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Mock-up (alta fidelidad): Figma, Adobe XD — muestra la interfaz real para validar con usuarios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presentar un prototipo demasiado "bonito" confunde al cliente — piensa que está viendo el sistema terminado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Modelado de metas: i* y KAOS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557784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i* (i-estrella)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5349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actores y sus dependencias sociales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diagramas: SD (Strategic Dependency) y SR (Strategic Rationale)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dependencia: meta, tarea, recurso, softgoal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para: identificar stakeholders, conflictos y fuentes de poder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26480" y="1234440"/>
            <a:ext cx="5742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36208" y="1325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KAOS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236208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de metas AND/OR: descomposición jerárquica de objetivos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raíz → sub-metas → requisitos hoja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Distingue: metas de comportamiento (verificables) vs. softgoals (no verificables)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hoja del árbol KAOS se convierte en un RF o RNF del ERS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BPMN como fuente de requisitos funcionales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BPMN: Business Process Model and Notation — notación estándar OMG para procesos de negocio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TAREA en un carril (lane) de BPMN puede generar RF: "El sistema SHALL ejecutar [tarea]"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EVENTO en BPMN que involucra datos genera RF: "El sistema SHALL notificar [evento]"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GATEWAY de decisión genera RF: "El sistema SHALL validar [condición] para [acción]"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AS-IS documenta el proceso actual. BPMN TO-BE especifica el proceso con el nuevo sistema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Historias de usuario y técnicas ágiles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 usuario: Como [rol] quiero [capacidad] para [beneficio]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INVEST: Independiente · Negociable · Valiosa · Estimable · Small · Testeable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aceptación en Gherkin: DADO [contexto] CUANDO [acción] ENTONCES [resultado verificable]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ágil: Tema → Épica → Historia → Tarea técnica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historia sin criterio de aceptación no es un requisito — es una intención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síntesis — Semana 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3200400" cy="1252728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8912" y="130759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 Prototipado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84448" y="126187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75888" y="130759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Throwaway vs. evolutivo; wireframe/mock-up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18704" y="126187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10144" y="130759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baja fidelidad antes del taller del PFC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587752"/>
            <a:ext cx="3200400" cy="1252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" y="263347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 i* y KAOS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84448" y="258775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75888" y="263347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Actores, dependencias, jerarquía de metas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18704" y="258775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10144" y="263347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i* SD del contexto organizacional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7472" y="3913632"/>
            <a:ext cx="3200400" cy="1252728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" y="395935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 BPMN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84448" y="391363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75888" y="395935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→ RF; lanes → autorización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18704" y="391363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10144" y="395935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AS-IS del proceso principal del PFC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7472" y="5239512"/>
            <a:ext cx="3200400" cy="1252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8912" y="528523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6.4 Historias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584448" y="523951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75888" y="528523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INVEST; Gherkin Given/When/Then; épicas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918704" y="523951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10144" y="528523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inicial si el proyecto es ágil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45720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 — Síntesis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1188720"/>
            <a:ext cx="11430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Modelar las metas del negocio antes de escribir requisitos evita construir el sistema correcto para el problema equivocado.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4389120"/>
            <a:ext cx="11430000" cy="100584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4462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754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5: análisis de requisitos — conflictos, priorización MoSCoW/Kano y trazabilidad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7472" y="62179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ISR-401 · Ingeniería de Requisitos · UTEQ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2026-10-28T11:52:40Z</dcterms:created>
  <dcterms:modified xsi:type="dcterms:W3CDTF">2026-10-28T11:52:40Z</dcterms:modified>
</cp:coreProperties>
</file>