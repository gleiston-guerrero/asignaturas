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los dominios del PFC, las fuentes de cambio son específicas: ganadería → nuevas regulaciones AGROCALIDAD; camaroneras → variaciones en precios de mercado que cambian la lógica de cosecha; palma africana → cambios en contratos con extractoras; aulas IoT → nuevos protocolos de comunicación (MQTT vs. HTTP/REST); mascotas → cambios en regulaciones municipales de licencias veterinarias.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CCB en el PFC puede ser simplificado: el formulario CR es una issue en GitHub/GitLab etiquetada como "change-request". La revisión CCB es una reunión de 30 minutos con el director del proyecto y el equipo. La clave es la documentación: si no hay CR aprobado, el cambio no existe oficialmente. En proyectos reales de gobierno, los CRs rechazados son tan importantes como los aprobados — documentan por qué algo no se cambió.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trazabilidad interna (RF→RF) documenta dependencias entre requisitos: si RF-12 depende de RF-07, cuando RF-07 se modifica el equipo sabe que RF-12 también debe revisarse. La RTM completa del PFC integra los tres tipos: columnas de origen (stakeholder, meta, CU) + columnas de destino (diseño, código, prueba). La trazabilidad por uso (Ramesh &amp; Jarke) añade "para qué se usará este RF" — útil para priorizar mantenimiento.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repositorio Git del PFC implementa el versionado semántico con tags: "git tag v1.0.0" marca el baseline aprobado por el cliente. Las ramas del ERS: "main" es la versión aprobada, "develop" es el trabajo en curso, "feature/RF-045" es el cambio bajo review. Los 3 baselines del ERS del PFC: baseline-0 (kickoff), baseline-1 (ERS v0.1 aprobado para revisión cruzada), baseline-2 (ERS v1.0.0 aprobado para defensa).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Unidad 4 cierra con la gestión de requisitos. El ERS ya no es un documento estático — es un artefacto vivo bajo control del CCB. La semana 12 es el punto donde el PFC debe tener su ERS v0.1 baseline listo.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36576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12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1097280"/>
            <a:ext cx="11430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requisitos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347472" y="3749040"/>
            <a:ext cx="1143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Subtemas 12.1–12.4 — CCB, trazabilidad completa, métricas y control de versiones del ERS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46634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4: Validación y Gestión de Requisitos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47472" y="612648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ISR-401 · Ingeniería de Requisitos · UTEQ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25603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DE LA CLASE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749808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haremos hoy?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1554480"/>
            <a:ext cx="370332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299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Iteratividad de la IR (20 min)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8716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cambio promedio · fuentes de cambio por dominio PFC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87952" y="1554480"/>
            <a:ext cx="370332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97680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20299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 CCB (35 min)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248716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CR · 6 pasos · roles en el CCB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28432" y="1554480"/>
            <a:ext cx="370332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20299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Trazabilidad completa (25 min)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248716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Pre/interna/post · RTM completa · trazabilidad por uso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" y="3749040"/>
            <a:ext cx="370332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840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22452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y Git (20 min)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68172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métricas · versionado semántico · 3 baselines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87952" y="3749040"/>
            <a:ext cx="370332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97680" y="3840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4297680" y="422452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PE-12 (60 min)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297680" y="468172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completa CCB: 3 CRs reales con roles (director/cliente/desarrollador)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IR no termina cuando empieza el desarrollo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61872"/>
            <a:ext cx="1143000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35 % de los requisitos cambian entre la primera versión del ERS y el sistema final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cambio: nuevas leyes/regulaciones · cambios en el negocio del cliente · errores descubiertos en validación · avances tecnológicos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cambio no es un fracaso del proceso de IR — es inevitable si el proyecto es largo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gestión de cambios convierte el caos en proceso controlado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16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gestión de cambios: cada cambio abre una brecha entre el ERS y el código — scope creep garantizado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proceso del CCB — 6 pasos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61872"/>
            <a:ext cx="1143000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SOLICITUD: el stakeholder completa el formulario CR con descripción, justificación y RF afectados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ANÁLISIS DE IMPACTO: el equipo estima coste, tiempo y riesgo del cambio (RF afectados + pruebas + modelos)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REVISIÓN CCB: sesión formal con director, cliente y desarrollador — decidir: APROBAR / RECHAZAR / POSPONER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ACTUALIZACIÓN: si aprobado, modificar ERS (RF, modelos, RTM) con nueva versión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COMUNICACIÓN: notificar a todos los stakeholders la decisión y los cambios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SEGUIMIENTO: verificar que el cambio se implementó y que el sistema sigue siendo coherente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16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oro: ningún cambio en el ERS sin número de CR aprobado por el CCB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tres tipos de trazabilidad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234440"/>
            <a:ext cx="557784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Trazabilidad PRE (hacia atrás)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5349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→ stakeholder que lo originó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→ meta o softgoal del modelo KAOS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→ escenario o caso de uso de origen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Permite: saber "¿por qué existe este requisito?"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cambia el objetivo del negocio → identificar qué RF deben cambiar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126480" y="1234440"/>
            <a:ext cx="5742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36208" y="1325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Trazabilidad POST (hacia adelante)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236208" y="178308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→ caso de prueba de aceptación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→ componente o módulo del diseño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→ elemento de código fuente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Permite: saber "¿este RF está implementado y probado?"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Cobertura: % de RF con caso de prueba asociado (objetivo: 100%)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de gestión y versionado semántico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61872"/>
            <a:ext cx="1143000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 de requisitos: 1 − (RF modificados / RF totales) — objetivo: &gt; 0.80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 de CR: CRs/semana — alerta si sube repentinamente (síntoma de ERS incompleto)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resolución de CR: días desde solicitud hasta cierre — objetivo: &lt; 5 días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trazabilidad POST: RF con prueba / RF totales — objetivo: 100 %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Versionado semántico del ERS: MAJOR.MINOR.PATCH (ej. v1.2.3)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16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MAJOR: cambio de alcance · MINOR: nuevo RF · PATCH: corrección de defecto en RF existente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síntesis — Semana 12 y cierre Unidad 4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3200400" cy="1252728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38912" y="1307592"/>
            <a:ext cx="30175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12.1 Iteratividad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84448" y="1261872"/>
            <a:ext cx="42976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75888" y="1307592"/>
            <a:ext cx="4114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cambio promedio; fuentes de cambio por dominio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18704" y="1261872"/>
            <a:ext cx="3913632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10144" y="1307592"/>
            <a:ext cx="37307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CHANGELOG del PFC desde hito 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587752"/>
            <a:ext cx="3200400" cy="1252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" y="2633472"/>
            <a:ext cx="30175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12.2 Gestión cambio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84448" y="2587752"/>
            <a:ext cx="42976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75888" y="2633472"/>
            <a:ext cx="4114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CR; proceso CCB; 6 pasos; métricas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918704" y="2587752"/>
            <a:ext cx="3913632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10144" y="2633472"/>
            <a:ext cx="37307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CRs completos del PFC procesados por CCB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7472" y="3913632"/>
            <a:ext cx="3200400" cy="1252728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8912" y="3959352"/>
            <a:ext cx="30175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12.3 Trazabilidad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84448" y="3913632"/>
            <a:ext cx="42976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75888" y="3959352"/>
            <a:ext cx="4114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Pre/interna/post; RTM completa; trazabilidad por uso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918704" y="3913632"/>
            <a:ext cx="3913632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10144" y="3959352"/>
            <a:ext cx="37307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RTM con los 3 tipos de trazabilidad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47472" y="5239512"/>
            <a:ext cx="3200400" cy="1252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8912" y="5285232"/>
            <a:ext cx="30175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12.4 Métricas y config.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584448" y="5239512"/>
            <a:ext cx="42976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75888" y="5285232"/>
            <a:ext cx="4114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métricas; versionado semántico; 3 baselines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918704" y="5239512"/>
            <a:ext cx="3913632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10144" y="5285232"/>
            <a:ext cx="37307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 etiquetado v1.0.0; repositorio organizado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45720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12 — Síntesis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1188720"/>
            <a:ext cx="11430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Gestionar requisitos es gestionar el conocimiento del proyecto. Sin trazabilidad, cada cambio es una apuesta a ciegas.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4389120"/>
            <a:ext cx="11430000" cy="100584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4462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754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13: herramientas CASE (Jira, Enterprise Architect) y estándares IEEE 29148 / ISO 25010 en proyectos reales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7472" y="62179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ISR-401 · Ingeniería de Requisitos · UTEQ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2026-10-28T11:59:21Z</dcterms:created>
  <dcterms:modified xsi:type="dcterms:W3CDTF">2026-10-28T11:59:21Z</dcterms:modified>
</cp:coreProperties>
</file>