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cadena ConOps → StRS → SyRS → SRS refleja el proceso de derivación de requisitos. En contratos de gobierno (SERCOP) se exige el SRS como entregable formal. El ConOps es el documento más accesible para el cliente: escrito en lenguaje natural, sin tecnicismos, narra cómo el sistema cambiará la forma de trabajar. Para el PFC, el ConOps equivale a la "Descripción del sistema" del capítulo 1 del 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capítulo 4 es el corazón del ERS: cada función del sistema tiene su sección, y dentro de ella los RF en formato EARS con sus atributos. El capítulo 5 es donde los RNF dejan de ser vagos: cada RNF tiene una métrica de aceptación ("el sistema SHALL procesar 500 transacciones por segundo bajo carga pico medida con JMeter"). El capítulo 6 incluye la RTM que vincula RF → CU → prueba de aceptación.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IEEE 29148:2018 define SHALL como el único nivel de obligatoriedad en un SRS formal. "Will" se usa para hechos — no para obligaciones. En pliegos de contratación pública (SERCOP), el uso de SHALL convierte el requisito en cláusula contractual: si el sistema no lo cumple, el contratista está en mora. Esta diferencia legal es crítica — los estudiantes que trabajen en el sector público necesitan conocerla.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estrategia 3 (integración completa) es la más robusta pero más costosa. Para el PFC se recomienda la estrategia 2: cada modelo tiene sus RF derivados identificados. El baseline del ERS es la versión aprobada por el cliente que queda bajo control del CCB (Change Control Board): ningún cambio se hace sin pasar por el proceso formal. Git con tags semánticos implementa el CCB en el PFC.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ERS es el entregable central del curso y del PFC. La semana 8 define su estructura definitiva. A partir de aquí, los próximos modelos (ER, DFD, statechart) se integran a este 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36576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Semana 8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097280"/>
            <a:ext cx="11430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documento ERS/SRS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347472" y="3749040"/>
            <a:ext cx="11430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9 — Estructura IEEE 29148, verbos modales, integración UML y ciclo de vida del ERS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347472" y="46634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3: Especificación de Requisitos (ERS)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47472" y="612648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256032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 LA CLASE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7498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haremos hoy?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Familia IEEE 29148 (20 min)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ConOps / StRS / SyRS / SRS — cuándo producir cada uno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8795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29768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ERS (35 min)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29768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capítulos canónicos · ejemplo sistema matrículas UTEQ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28432" y="155448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0" y="16459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138160" y="202996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Verbos modales (20 min)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138160" y="248716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shall/should/may/will · 8 técnicas de precisión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7472" y="374904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24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 + RTM extendida (25 min)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68172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anclados; baseline; CCB; versiones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187952" y="3749040"/>
            <a:ext cx="3703320" cy="2057400"/>
          </a:xfrm>
          <a:prstGeom prst="roundRect">
            <a:avLst>
              <a:gd name="adj" fmla="val 3556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297680" y="384048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96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4224528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PE-8 (60 min)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297680" y="4681728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estructura ERS completa + RF en EARS para reservas biblioteca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familia de documentos IEEE 29148:2018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ConOps (Concept of Operations): visión del sistema desde la perspectiva del usuario — para comunicación inicial con el cliente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StRS (Stakeholder Requirements Specification): qué necesitan los stakeholders del sistema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SyRS (System Requirements Specification): requisitos del sistema completo (hw + sw + personas)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 (Software Requirements Specification): requisitos del componente software solamente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PFC: se produce StRS básico + SRS/ERS completo. El SyRS es opcional según el alcance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6 capítulos canónicos del ERS (IEEE 29148)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INTRODUCCIÓN: propósito, alcance, definiciones, referencias, visión general del documento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DESCRIPCIÓN GENERAL: perspectiva del sistema, funciones, clases de usuarios, entorno de operación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INTERFACES: de usuario · de hardware · de software · de comunicación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FUNCIONALIDADES DEL SISTEMA: RF organizados por función o feature, con criterios de aceptación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REQUISITOS NO FUNCIONALES: clasificados por ISO 25010 con fit criterion medible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OTROS REQUISITOS: regulatorios, legales, éticos + RTM completa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Verbos modales en la redacción de requisitos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34440"/>
            <a:ext cx="5577840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Obligatorio vs. Recomendado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783080"/>
            <a:ext cx="5349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SHALL: el sistema DEBE cumplir esto — verificable en aceptación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 NOT: el sistema NO DEBE hacer esto — restricción absoluta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SHOULD: el sistema debería — altamente recomendado pero no crítico para aceptación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MAY: el sistema podría — opcional, a discreción del implementador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126480" y="1234440"/>
            <a:ext cx="5742432" cy="5257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36208" y="1325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8 técnicas de precisión lingüística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36208" y="178308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Sustituir adjetivos vagos por métricas ("rápido" → "&lt; 2 s")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Especificar el sujeto activo (¿quién realiza la acción?)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Un solo requisito por oración (eliminar "y" / "o")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Evitar cláusulas de escapatoria ("cuando sea posible")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Usar voz activa ("el sistema SHALL" no "será procesado")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Definir todos los acrónimos en el glosario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Referenciar estándares con versión específica</a:t>
            </a:r>
            <a:endParaRPr lang="en-US" sz="1700" dirty="0"/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Añadir criterio de aceptación medible a cada SHALL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Integración UML + texto en el ERS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61872"/>
            <a:ext cx="11430000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UML NO reemplazan el texto — lo complementan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1: texto primero, modelos como ilustración de los requisitos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2: modelo primero, derivar RF del modelo con trazabilidad explícita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3: integración completa — ID de RF anclado al elemento UML correspondiente</a:t>
            </a:r>
            <a:endParaRPr lang="en-US" sz="2000" dirty="0"/>
          </a:p>
          <a:p>
            <a:pPr>
              <a:spcAft>
                <a:spcPts val="600"/>
              </a:spcAft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extendida: RF-01 → CU-03 → Clase Cliente → Estado ACTIVO → CP-07 (caso de prueba)</a:t>
            </a:r>
            <a:endParaRPr lang="en-US" sz="2000" dirty="0"/>
          </a:p>
          <a:p>
            <a:pPr lvl="1">
              <a:spcAft>
                <a:spcPts val="600"/>
              </a:spcAft>
            </a:pPr>
            <a:r>
              <a:rPr lang="en-US" sz="16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ERS: borrador → revisión → aprobado (baseline) → bajo control de cambios (CCB)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164592"/>
            <a:ext cx="11521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síntesis — Semana 8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47472" y="126187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38912" y="130759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9.1 Familia IEEE 29148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584448" y="126187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75888" y="130759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ConOps/StRS/SyRS/SRS; cuándo producir cada uno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918704" y="126187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010144" y="130759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documentos aplicables al PFC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47472" y="258775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" y="263347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9.2 Estructura ERS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584448" y="258775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75888" y="263347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capítulos canónicos; Cap. 4 organizado por función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18704" y="258775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10144" y="263347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 completo con los 6 capítulos del PFC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7472" y="3913632"/>
            <a:ext cx="3200400" cy="1252728"/>
          </a:xfrm>
          <a:prstGeom prst="rect">
            <a:avLst/>
          </a:prstGeom>
          <a:solidFill>
            <a:srgbClr val="0D3B72"/>
          </a:solidFill>
          <a:ln w="12700">
            <a:solidFill>
              <a:srgbClr val="0D3B7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8912" y="395935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9.3 Verbos y precisión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84448" y="391363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75888" y="395935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verbos modales; 8 técnicas de precisión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918704" y="391363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10144" y="395935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final ERS con checklist de precisión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47472" y="5239512"/>
            <a:ext cx="3200400" cy="1252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8912" y="5285232"/>
            <a:ext cx="301752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 UML + RTM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584448" y="5239512"/>
            <a:ext cx="4297680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75888" y="5285232"/>
            <a:ext cx="411480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estrategias; IDs anclados; RTM extendida; baseline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918704" y="5239512"/>
            <a:ext cx="3913632" cy="1252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010144" y="5285232"/>
            <a:ext cx="3730752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RTM extendida + versión aprobada del ERS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3B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45720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8 — Síntesis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1188720"/>
            <a:ext cx="11430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ERS es el contrato entre el cliente y el ingeniero. Cada SHALL es una promesa verificable.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47472" y="4389120"/>
            <a:ext cx="11430000" cy="100584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4754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3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9: modelos de datos y funcionales — ER, clases UML, DFD y diagramas de actividad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" y="62179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6E4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ISR-401 · Ingeniería de Requisitos · UTEQ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2026-10-28T11:59:21Z</dcterms:created>
  <dcterms:modified xsi:type="dcterms:W3CDTF">2026-10-28T11:59:21Z</dcterms:modified>
</cp:coreProperties>
</file>