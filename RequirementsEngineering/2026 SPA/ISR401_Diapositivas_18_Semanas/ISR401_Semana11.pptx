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principio 3 (validar temprano) tiene respaldo empírico sólido: Boehm &amp; Basili (2001) documentaron el factor 100× de costo de corrección. El principio 2 (no defender) es el más difícil culturalmente — los estudiantes tienden a explicar por qué escribieron el requisito así. El facilitador de la inspección debe interrumpir toda defensa y redirigir al equipo al siguiente ítem de la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inspección Fagan es el método más estudiado en IR. Los metaestudios muestran que detecta entre 60 % y 90 % de los defectos del ERS. La clave es la fase de PREPARATION individual: los revisores que llegan sin prepararse descubren solo el 20 % de lo que descubrirían preparados. Para el PFC, la PE-11 simula las fases 3 y 4: cada equipo revisa el ERS de otro equipo con el checklist de 8 criterios.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prototipo de validación es anterior a la implementación — valida el ERS, no el código. El plan de pruebas de aceptación se construye con el ERS en mano — si un RF no tiene caso de prueba posible, el RF es no verificable y debe corregirse. Para el PFC de aulas IoT (UTEQ), el plan de pruebas NFAT incluye: prueba de carga (500 dispositivos conectados simultáneamente) y prueba de disponibilidad (sistema funcional al 99,5 %).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validación no es buscar culpables — es mejorar el ERS. Cada defecto encontrado en la inspección es un ahorro de tiempo y costo en el desarrollo posterior. La densidad de defectos del ERS es una métrica de calidad del proceso de todo el equipo, no del autor.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3657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097280"/>
            <a:ext cx="11430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de requisitos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374904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Subtemas 11.1–11.4 — Inspección Fagan, prototipado y pruebas de aceptación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46634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4: Validación y Gestión de Requisitos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61264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25603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LA CLASE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haremos hoy?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principios validación (20 min)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Pohl: por qué validar · costo exponencial de defectos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Revisiones e Inspección Fagan (40 min)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Walkthrough/revisión/Fagan · checklist · métricas densidad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Prototipado de validación (20 min)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con prototipo de elicitación · Figma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7490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24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de aceptación (20 min)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817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FAT/NFAT/UAT · GWT→CP · plan de pruebas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87952" y="37490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224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PE-11 (60 min)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6817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Fagan cruzada entre equipos + redactar 3 pruebas aceptación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6 principios de validación de Pohl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Separar el rol de autor del rol de revisor — el autor no puede revisar su propio trabajo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Revisar sin defender — el autor escucha sin explicar ni justificar durante la inspección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Validar temprano — detectar un defecto en el ERS cuesta 10× menos que en pruebas y 100× menos que en producción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Usar listas de verificación — la revisión ad-hoc pierde el 40 % de los defectos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Medir el proceso de validación — densidad de defectos, tiempo de preparación, cobertura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Registrar resultados, no culpables — el informe de inspección reporta defectos, no errores de personas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inspección Fagan: 6 fases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PLANNING: el moderador selecciona revisores y distribuye materiales (48h antes)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OVERVIEW: el autor presenta el ERS al equipo revisor (máximo 2h)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PREPARATION: cada revisor lee el ERS individualmente con el checklist (2–4h solas)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INSPECTION MEETING: el moderador lidera la revisión oral — cada revisor reporta defectos sin debate (2h)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REWORK: el autor corrige los defectos registrados (no hace falta otra reunión)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FOLLOW-UP: el moderador verifica que todos los defectos fueron corregidos correctamente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de defectos objetivo: &lt; 5 defectos menores por página A4 del ERS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Prototipado de validación vs. pruebas de aceptación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557784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de validación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5349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confirmar que el ERS describe lo que el usuario necesita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el sistema — es una simulación para provocar reacciones del usuario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Figma, mockup de papel, demo clickable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lista de discrepancias → cada una se convierte en una CR (Change Request)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las discrepancias del prototipo deben procesarse por el CCB antes de modificar el ERS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26480" y="1234440"/>
            <a:ext cx="5742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08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de aceptación (FAT/NFAT/UAT)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(Functional Acceptance Test): ¿el sistema hace lo que el RF dice?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NFAT (Non-Functional AT): ¿el sistema cumple los RNF? (rendimiento, seguridad)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(User Acceptance Test): ¿el usuario final acepta el sistema? (experiencia completa)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caso de prueba derivado del criterio GWT del RF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RF SHALL del ERS debe tener al menos un caso de prueba FAT en el plan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síntesis — Semana 11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30759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 Principios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84448" y="126187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130759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principios Pohl; costo exponencial de defectos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18704" y="126187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10144" y="130759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validación del PFC con roles y criterios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8775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263347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 Revisiones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4448" y="258775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263347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Walkthrough/revisión/Fagan; checklist; métricas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18704" y="258775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10144" y="263347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revisión + lista de defectos del 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" y="391363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" y="395935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 Prototipado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84448" y="391363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75888" y="395935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validación vs. elicitación; discrepancias→CR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18704" y="391363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10144" y="395935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validación con Figma + acta de hallazgos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" y="523951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" y="528523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11.4 Pruebas FAT/NFAT/UAT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84448" y="523951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75888" y="528523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GWT→CP; plan de pruebas; RTM de pruebas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918704" y="523951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0144" y="528523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aceptación completo del PFC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45720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11 — Síntesis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188720"/>
            <a:ext cx="11430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es la última línea de defensa antes de que los defectos del ERS se conviertan en defectos del sistema.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4389120"/>
            <a:ext cx="11430000" cy="100584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12: gestión de requisitos — CCB, trazabilidad, métricas y baselines en Git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62179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2026-10-28T11:59:21Z</dcterms:created>
  <dcterms:modified xsi:type="dcterms:W3CDTF">2026-10-28T11:59:21Z</dcterms:modified>
</cp:coreProperties>
</file>