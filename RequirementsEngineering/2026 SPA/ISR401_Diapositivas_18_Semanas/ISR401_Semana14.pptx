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backlog ágil es un ERS vivo: más detallado para lo que se construye ahora, esquemático para lo futuro. La diferencia con el ERS tradicional no es el contenido — es la granularidad temporal. Un backlog maduro tiene los mismos atributos que un RF del ERS IEEE 29148: ID, descripción, criterio de aceptación, prioridad, trazabilidad. La diferencia es que el backlog ágil acepta la ambigüedad planificada: las épicas del futuro son intencionalmente vagas.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de feature file para el sistema de mascotas (PFC): Feature: Agendar cita veterinaria. Scenario: Agendar cita disponible. Given el propietario está en el módulo de citas. When selecciona el veterinario "Dr. García" para el 15/01/2026 a las 10:00. Then el sistema confirma la cita y envía notificación al propietario. Scenario: Agendar cita ocupada. Given el propietario está en el módulo de citas. When selecciona una franja horaria ya ocupada. Then el sistema muestra "Horario no disponible" y sugiere el siguiente disponible.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dicotomía ágil vs. tradicional es un falso dilema. Los proyectos del sector público necesitan ERS formal (SERCOP lo exige) pero pueden usar metodología ágil internamente. La solución es un ERS evolutivo: se entrega un ERS v0.1 al inicio (para el contrato), se actualiza con cada sprint (control de versiones Git), y se entrega el ERS v1.0 con el sistema. El PFC usa este enfoque híbrido: ERS formal para la entrega académica, backlog Jira para la gestión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IR ágil no es IR sin rigor — es IR con cadencia y retroalimentación continua. Los feature files BDD son los requisitos más poderosos que existen: el cliente los valida, el desarrollador los implementa, y el CI/CD los verifica automáticamente.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14</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IR en procesos ágiles</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Tema 14 — Scrum, backlog como ERS, BDD/Gherkin, Cucumber y comparativa ágil-tradicional</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5: IR Avanzada y PFC</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Backlog como ERS ágil (25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Épicas → historias → criterios · niveles de detalle · DEEP</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BDD y Gherkin (30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Feature files · Given-When-Then · escenarios · tags</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Cucumber / Pytest-BDD (25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Step definitions · runner · integración CI/CD</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Scrum + IR en equipo (20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Sprint planning como sesión de elicitación · refinamiento</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PE-14 (60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Escribir 3 feature files Gherkin del PFC + step definitions mínimos</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El backlog como ERS ágil</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Principios DEEP del backlog (Pichler)</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D — Detailed appropriately: historias del sprint actual muy detalladas; las futuras, esquemáticas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E — Estimated: todas con estimación relativa (story points) para planificar sprints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E — Emergent: el backlog crece y cambia en cada sprint — no es un documento fijo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P — Prioritized: MoSCoW o valor/esfuerzo — la prioridad decide qué entra al sprint</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De épica a criterio de aceptación</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ÉPICA: "Gestión de piscinas camaroneras" (demasiado grande para un sprint)</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HISTORIA: "Como técnico, quiero registrar parámetros de calidad del agua por piscina y turno"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CRITERIO GWT: "DADO QUE el técnico está en el módulo de piscinas / CUANDO registra temperatura y oxígeno / ENTONCES el sistema muestra alerta si temperatura &gt; 32°C"</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TAREA TÉCNICA: implementar endpoint REST POST /api/piscinas/{id}/parametros</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BDD — Behavior-Driven Development</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BDD conecta los criterios de aceptación (GWT) con el código de prueba automáticamente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FEATURE FILE: documento .feature escrito en Gherkin — legible para negocio Y ejecutable como prueba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ESCENARIO: un caso de uso completo en lenguaje natural estructurado (Given/When/Then)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STEP DEFINITION: función de código que implementa cada línea del escenario (Java/Python/JS)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RUNNER: ejecuta todos los escenarios y reporta cobertura de criterios de aceptación</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Ventaja clave: el mismo texto que el cliente valida es el que el CI/CD ejecuta como prueba</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Comparativa IR tradicional vs. ágil</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IR Tradicional (IEEE 29148)</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ERS fijo antes de comenzar el desarrollo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Cambios pasan por el CCB formal con CR</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Trazabilidad completa en RTM desde el inicio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Validación formal: inspección Fagan + FAT/UAT</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Apropiado para: sistemas críticos, contratos fijos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Riesgo: cambios tardíos son costosos</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IR Ágil (Scrum + BDD)</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Backlog evolucionado sprint a sprint</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Cambios son bienvenidos — entran al backlog siguiente</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Trazabilidad emergente: historia → escenario → código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Validación continua: CI/CD ejecuta BDD en cada commit</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Apropiado para: sistemas innovadores, equipos estables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Riesgo: sin disciplina, la deuda técnica de IR se acumula</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14</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Backlog ágil</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DEEP; épicas→historias→criterios; MoSCoW</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Backlog completo del PFC con niveles de detalle</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BDD/Gherkin</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Feature files; Given/When/Then; escenarios</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3 feature files del PFC en lenguaje Gherkin</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Cucumber/Pytest</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Step definitions; runner; cobertura BDD</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Suite BDD mínima ejecutable del PFC</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Scrum + IR</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Sprint planning como elicitación; refinamiento</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ERS evolutivo alineado con el backlog Jira</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14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Un feature file Gherkin que pasa todas las pruebas es el mejor ERS que puedes entregar al cliente.</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Semanas 15-17: PFC — planificación, especificación completa y preparación de defensa</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2026-10-28T12:04:29Z</dcterms:created>
  <dcterms:modified xsi:type="dcterms:W3CDTF">2026-10-28T12:04:29Z</dcterms:modified>
</cp:coreProperties>
</file>